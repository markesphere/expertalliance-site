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59" d="100"/>
          <a:sy n="59" d="100"/>
        </p:scale>
        <p:origin x="557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Expert Alliance AI - Investor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Transforming the $1.5 Trillion Corporate Travel Procurement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Expert Alliance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Transforming Corporate Procurement with AI-Powered RFP Automation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$1.5 Trillion Market</a:t>
            </a:r>
          </a:p>
          <a:p>
            <a:pPr marL="0" lvl="0" indent="0">
              <a:buNone/>
            </a:pPr>
            <a:r>
              <a:rPr i="1"/>
              <a:t>Oceanside, California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2: The Problem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Corporate Procurement is Broken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For Buyers</a:t>
            </a:r>
          </a:p>
          <a:p>
            <a:pPr lvl="0"/>
            <a:r>
              <a:t>Manual RFP creation takes weeks</a:t>
            </a:r>
          </a:p>
          <a:p>
            <a:pPr lvl="0"/>
            <a:r>
              <a:t>Inconsistent requirements gathering</a:t>
            </a:r>
          </a:p>
          <a:p>
            <a:pPr lvl="0"/>
            <a:r>
              <a:t>Poor vendor comparison capabilities</a:t>
            </a:r>
          </a:p>
          <a:p>
            <a:pPr lvl="0"/>
            <a:r>
              <a:t>Compliance and audit nightmares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For Vendors</a:t>
            </a:r>
          </a:p>
          <a:p>
            <a:pPr lvl="0"/>
            <a:r>
              <a:t>Generic responses don’t win</a:t>
            </a:r>
          </a:p>
          <a:p>
            <a:pPr lvl="0"/>
            <a:r>
              <a:t>Time-intensive proposal writing</a:t>
            </a:r>
          </a:p>
          <a:p>
            <a:pPr lvl="0"/>
            <a:r>
              <a:t>Difficulty understanding requirements</a:t>
            </a:r>
          </a:p>
          <a:p>
            <a:pPr lvl="0"/>
            <a:r>
              <a:t>Low win rates waste resources</a:t>
            </a:r>
          </a:p>
          <a:p>
            <a:pPr marL="0" lvl="0" indent="0">
              <a:buNone/>
            </a:pPr>
            <a:r>
              <a:rPr b="1"/>
              <a:t>Result: $100B+ annually wasted on inefficient procurement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3: The Solution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RFPEZ.AI: Multi-Agent Procurement Platform</a:t>
            </a:r>
          </a:p>
          <a:p>
            <a:pPr marL="0" lvl="0" indent="0">
              <a:buNone/>
            </a:pPr>
            <a:r>
              <a:t>Specialized AI agent teams that automate the entire competitive procurement lifecycle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🎯 RFP Design Agent</a:t>
            </a:r>
          </a:p>
          <a:p>
            <a:pPr marL="0" lvl="0" indent="0">
              <a:buNone/>
            </a:pPr>
            <a:r>
              <a:t>Intelligently structures requirements, creates comprehensive RFP documents with industry best practices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💡 Solutions Agent</a:t>
            </a:r>
          </a:p>
          <a:p>
            <a:pPr marL="0" lvl="0" indent="0">
              <a:buNone/>
            </a:pPr>
            <a:r>
              <a:t>Analyzes RFPs, generates winning proposals, matches vendor capabilities to requirements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🔍 Audit Agent</a:t>
            </a:r>
          </a:p>
          <a:p>
            <a:pPr marL="0" lvl="0" indent="0">
              <a:buNone/>
            </a:pPr>
            <a:r>
              <a:t>Ensures compliance, validates requirements, maintains procurement governance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💬 Negotiation Agent</a:t>
            </a:r>
          </a:p>
          <a:p>
            <a:pPr marL="0" lvl="0" indent="0">
              <a:buNone/>
            </a:pPr>
            <a:r>
              <a:t>Optimizes terms, analyzes proposals, facilitates vendor negotiations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4: Market Opportunity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Massive TAM in Corporate Travel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$1.5T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Annual Corporate Travel Spend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Primary Target: TMC Procurement</a:t>
            </a:r>
          </a:p>
          <a:p>
            <a:pPr lvl="0"/>
            <a:r>
              <a:rPr b="1"/>
              <a:t>$40B+</a:t>
            </a:r>
            <a:r>
              <a:t> TMC services market</a:t>
            </a:r>
          </a:p>
          <a:p>
            <a:pPr lvl="0"/>
            <a:r>
              <a:rPr b="1"/>
              <a:t>5,000+</a:t>
            </a:r>
            <a:r>
              <a:t> corporate buyers annually</a:t>
            </a:r>
          </a:p>
          <a:p>
            <a:pPr lvl="0"/>
            <a:r>
              <a:rPr b="1"/>
              <a:t>500+</a:t>
            </a:r>
            <a:r>
              <a:t> TMC providers competing</a:t>
            </a:r>
          </a:p>
          <a:p>
            <a:pPr lvl="0"/>
            <a:r>
              <a:rPr b="1"/>
              <a:t>3-5 year</a:t>
            </a:r>
            <a:r>
              <a:t> contract cycles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Adjacent Verticals (Bowling Pin)</a:t>
            </a:r>
          </a:p>
          <a:p>
            <a:pPr lvl="0"/>
            <a:r>
              <a:t>Meeting &amp; Event Management</a:t>
            </a:r>
          </a:p>
          <a:p>
            <a:pPr lvl="0"/>
            <a:r>
              <a:t>Ground Transportation</a:t>
            </a:r>
          </a:p>
          <a:p>
            <a:pPr lvl="0"/>
            <a:r>
              <a:t>Hotel Programs</a:t>
            </a:r>
          </a:p>
          <a:p>
            <a:pPr lvl="0"/>
            <a:r>
              <a:t>Corporate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5: Go-to-Market Strategy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Bowling Pin Strategy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Corporate TMC Buyers (PRIMARY)
                  ↓
    TMC Responders | Procurement Consultants
                  ↓
   Meeting/Event | Ground Transport | Hotel Programs
                  ↓
        General B2B Procurement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6: Phase 1 Strategy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TMC Procurement Dominance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Q1-Q2 2026</a:t>
            </a:r>
          </a:p>
          <a:p>
            <a:pPr marL="0" lvl="0" indent="0">
              <a:buNone/>
            </a:pPr>
            <a:r>
              <a:rPr b="1"/>
              <a:t>Buyer Side:</a:t>
            </a:r>
            <a:r>
              <a:t> Launch with corporate buyers and consultants creating TMC RFPs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Q3-Q4 2026</a:t>
            </a:r>
          </a:p>
          <a:p>
            <a:pPr marL="0" lvl="0" indent="0">
              <a:buNone/>
            </a:pPr>
            <a:r>
              <a:rPr b="1"/>
              <a:t>Vendor Side:</a:t>
            </a:r>
            <a:r>
              <a:t> Onboard TMCs responding to RFPs with AI-powered proposals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2027</a:t>
            </a:r>
          </a:p>
          <a:p>
            <a:pPr marL="0" lvl="0" indent="0">
              <a:buNone/>
            </a:pPr>
            <a:r>
              <a:rPr b="1"/>
              <a:t>Network Effect:</a:t>
            </a:r>
            <a:r>
              <a:t> Marketplace connecting buyers and TMC vendors at scale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Why TMC First?</a:t>
            </a:r>
          </a:p>
          <a:p>
            <a:pPr lvl="0"/>
            <a:r>
              <a:rPr b="1"/>
              <a:t>High-value contracts:</a:t>
            </a:r>
            <a:r>
              <a:t> $500K-$5M+ annually per client</a:t>
            </a:r>
          </a:p>
          <a:p>
            <a:pPr lvl="0"/>
            <a:r>
              <a:rPr b="1"/>
              <a:t>Predictable cycles:</a:t>
            </a:r>
            <a:r>
              <a:t> RFPs every 3-5 years</a:t>
            </a:r>
          </a:p>
          <a:p>
            <a:pPr lvl="0"/>
            <a:r>
              <a:rPr b="1"/>
              <a:t>Complex requirements:</a:t>
            </a:r>
            <a:r>
              <a:t> High value from AI automation</a:t>
            </a:r>
          </a:p>
          <a:p>
            <a:pPr lvl="0"/>
            <a:r>
              <a:rPr b="1"/>
              <a:t>Network effects:</a:t>
            </a:r>
            <a:r>
              <a:t> Both sides benefit from platform adoption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7: Competitive Advantage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Why We Win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Traditional RFP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RFPEZ.AI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AI-Powered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Template-based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Multi-agent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Both Sides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Buyer OR vendor 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Two-sided marketplace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Specialization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Generic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Vertical-specific agents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Static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Continuous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Limited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✓ Full ecosystem (MCP protocol)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8: Technology Moat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Proprietary Multi-Agent Architecture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Agent Framework</a:t>
            </a:r>
          </a:p>
          <a:p>
            <a:pPr lvl="0"/>
            <a:r>
              <a:t>Specialized agent teams per vertical</a:t>
            </a:r>
          </a:p>
          <a:p>
            <a:pPr lvl="0"/>
            <a:r>
              <a:t>Context-aware collaboration</a:t>
            </a:r>
          </a:p>
          <a:p>
            <a:pPr lvl="0"/>
            <a:r>
              <a:t>Claude 3.5 Sonnet + custom models</a:t>
            </a:r>
          </a:p>
          <a:p>
            <a:pPr lvl="0"/>
            <a:r>
              <a:t>Model Context Protocol (MCP) integration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Knowledge Graph</a:t>
            </a:r>
          </a:p>
          <a:p>
            <a:pPr lvl="0"/>
            <a:r>
              <a:t>Industry-specific requirements library</a:t>
            </a:r>
          </a:p>
          <a:p>
            <a:pPr lvl="0"/>
            <a:r>
              <a:t>Best practice patterns</a:t>
            </a:r>
          </a:p>
          <a:p>
            <a:pPr lvl="0"/>
            <a:r>
              <a:t>Historical RFP analysis</a:t>
            </a:r>
          </a:p>
          <a:p>
            <a:pPr lvl="0"/>
            <a:r>
              <a:t>Vendor capability matching</a:t>
            </a:r>
          </a:p>
          <a:p>
            <a:pPr marL="0" lvl="0" indent="0">
              <a:buNone/>
            </a:pPr>
            <a:r>
              <a:rPr b="1"/>
              <a:t>Data moat grows with every RFP → Network effects → Sustainable competitive advantage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9: Business Model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SaaS + Transaction Fees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Subscription Tiers</a:t>
            </a:r>
          </a:p>
          <a:p>
            <a:pPr lvl="0"/>
            <a:r>
              <a:rPr b="1"/>
              <a:t>Free:</a:t>
            </a:r>
            <a:r>
              <a:t> Basic RFP creation</a:t>
            </a:r>
          </a:p>
          <a:p>
            <a:pPr lvl="0"/>
            <a:r>
              <a:rPr b="1"/>
              <a:t>Professional ($499/mo):</a:t>
            </a:r>
            <a:r>
              <a:t> Advanced agents + analytics</a:t>
            </a:r>
          </a:p>
          <a:p>
            <a:pPr lvl="0"/>
            <a:r>
              <a:rPr b="1"/>
              <a:t>Enterprise ($2,500/mo):</a:t>
            </a:r>
            <a:r>
              <a:t> Unlimited + white-label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Transaction Revenue</a:t>
            </a:r>
          </a:p>
          <a:p>
            <a:pPr lvl="0"/>
            <a:r>
              <a:rPr b="1"/>
              <a:t>Success fee:</a:t>
            </a:r>
            <a:r>
              <a:t> 1-2% of awarded contract value</a:t>
            </a:r>
          </a:p>
          <a:p>
            <a:pPr lvl="0"/>
            <a:r>
              <a:rPr b="1"/>
              <a:t>Vendor credits:</a:t>
            </a:r>
            <a:r>
              <a:t> Premium proposal features</a:t>
            </a:r>
          </a:p>
          <a:p>
            <a:pPr lvl="0"/>
            <a:r>
              <a:rPr b="1"/>
              <a:t>Marketplace commissions:</a:t>
            </a:r>
            <a:r>
              <a:t> Introduction fees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Financial 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Revenue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Year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Subscriptions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$500K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Transaction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$40M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$700K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$13M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$60M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10: Traction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Early Validation &amp; Momentum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Product Status</a:t>
            </a:r>
          </a:p>
          <a:p>
            <a:pPr lvl="0"/>
            <a:r>
              <a:t>✓ Multi-agent platform live</a:t>
            </a:r>
          </a:p>
          <a:p>
            <a:pPr lvl="0"/>
            <a:r>
              <a:t>✓ TMC RFP specialization complete</a:t>
            </a:r>
          </a:p>
          <a:p>
            <a:pPr lvl="0"/>
            <a:r>
              <a:t>✓ Both buyer &amp; vendor workflows</a:t>
            </a:r>
          </a:p>
          <a:p>
            <a:pPr lvl="0"/>
            <a:r>
              <a:t>✓ Production-ready infrastructure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Market Validation</a:t>
            </a:r>
          </a:p>
          <a:p>
            <a:pPr lvl="0"/>
            <a:r>
              <a:t>Pilot customers in onboarding</a:t>
            </a:r>
          </a:p>
          <a:p>
            <a:pPr lvl="0"/>
            <a:r>
              <a:t>Enterprise interest pipeline</a:t>
            </a:r>
          </a:p>
          <a:p>
            <a:pPr lvl="0"/>
            <a:r>
              <a:t>TMC partner discussions</a:t>
            </a:r>
          </a:p>
          <a:p>
            <a:pPr lvl="0"/>
            <a:r>
              <a:t>Consultant partnerships forming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200+</a:t>
            </a:r>
          </a:p>
          <a:p>
            <a:pPr marL="0" lvl="0" indent="0">
              <a:buNone/>
            </a:pPr>
            <a:r>
              <a:rPr b="1"/>
              <a:t>Automated test RFPs processed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11: Team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Built by Industry Veterans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CEO &amp; Founder</a:t>
            </a:r>
          </a:p>
          <a:p>
            <a:pPr marL="0" lvl="0" indent="0">
              <a:buNone/>
            </a:pPr>
            <a:r>
              <a:rPr b="1"/>
              <a:t>Mark Skiba</a:t>
            </a:r>
            <a:r>
              <a:t> 20+ years in corporate travel technology and procurement systems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Lead AI Architect</a:t>
            </a:r>
          </a:p>
          <a:p>
            <a:pPr marL="0" lvl="0" indent="0">
              <a:buNone/>
            </a:pPr>
            <a:r>
              <a:rPr b="1"/>
              <a:t>Mark Skiba</a:t>
            </a:r>
            <a:r>
              <a:t> Multi-agent systems expert, Claude/GPT integration specialist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VP Sales</a:t>
            </a:r>
          </a:p>
          <a:p>
            <a:pPr marL="0" lvl="0" indent="0">
              <a:buNone/>
            </a:pPr>
            <a:r>
              <a:rPr b="1"/>
              <a:t>[Open Role]</a:t>
            </a:r>
            <a:r>
              <a:t> TMC/corporate travel relationships, enterprise SaaS experience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Advisory Board</a:t>
            </a:r>
          </a:p>
          <a:p>
            <a:pPr lvl="0"/>
            <a:r>
              <a:t>Former procurement SaaS executives</a:t>
            </a:r>
          </a:p>
          <a:p>
            <a:pPr lvl="0"/>
            <a:r>
              <a:t>Corporate travel managers from Fortune 500s</a:t>
            </a:r>
          </a:p>
          <a:p>
            <a:pPr lvl="0"/>
            <a:r>
              <a:t>Procurement consultants with 100+ RFP experience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12: Fundraising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Seed Round: $2M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Use of Funds</a:t>
            </a:r>
          </a:p>
          <a:p>
            <a:pPr lvl="0"/>
            <a:r>
              <a:rPr b="1"/>
              <a:t>$800K</a:t>
            </a:r>
            <a:r>
              <a:t> - Engineering (2 senior engineers)</a:t>
            </a:r>
          </a:p>
          <a:p>
            <a:pPr lvl="0"/>
            <a:r>
              <a:rPr b="1"/>
              <a:t>$600K</a:t>
            </a:r>
            <a:r>
              <a:t> - Sales &amp; Marketing (VP + team)</a:t>
            </a:r>
          </a:p>
          <a:p>
            <a:pPr lvl="0"/>
            <a:r>
              <a:rPr b="1"/>
              <a:t>$400K</a:t>
            </a:r>
            <a:r>
              <a:t> - Product Development</a:t>
            </a:r>
          </a:p>
          <a:p>
            <a:pPr lvl="0"/>
            <a:r>
              <a:rPr b="1"/>
              <a:t>$200K</a:t>
            </a:r>
            <a:r>
              <a:t> - Operations &amp; Legal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18-Month Milestones</a:t>
            </a:r>
          </a:p>
          <a:p>
            <a:pPr lvl="0"/>
            <a:r>
              <a:rPr b="1"/>
              <a:t>50+</a:t>
            </a:r>
            <a:r>
              <a:t> paying corporate customers</a:t>
            </a:r>
          </a:p>
          <a:p>
            <a:pPr lvl="0"/>
            <a:r>
              <a:rPr b="1"/>
              <a:t>100+</a:t>
            </a:r>
            <a:r>
              <a:t> TMC vendor accounts</a:t>
            </a:r>
          </a:p>
          <a:p>
            <a:pPr lvl="0"/>
            <a:r>
              <a:rPr b="1"/>
              <a:t>$1.5M</a:t>
            </a:r>
            <a:r>
              <a:t> ARR achieved</a:t>
            </a:r>
          </a:p>
          <a:p>
            <a:pPr lvl="0"/>
            <a:r>
              <a:rPr b="1"/>
              <a:t>Series A</a:t>
            </a:r>
            <a:r>
              <a:t> ready (Q3 2027)</a:t>
            </a:r>
          </a:p>
          <a:p>
            <a:pPr marL="0" lvl="0" indent="0">
              <a:buNone/>
            </a:pPr>
            <a:r>
              <a:rPr b="1"/>
              <a:t>Valuation: $10M pre-money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13: Vision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The Future of B2B Procurement</a:t>
            </a:r>
          </a:p>
          <a:p>
            <a:pPr marL="0" lvl="0" indent="0">
              <a:buNone/>
            </a:pPr>
            <a:r>
              <a:rPr i="1"/>
              <a:t>“Every complex B2B purchase assisted by specialized AI agents”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2026-2027</a:t>
            </a:r>
          </a:p>
          <a:p>
            <a:pPr marL="0" lvl="0" indent="0">
              <a:buNone/>
            </a:pPr>
            <a:r>
              <a:rPr b="1"/>
              <a:t>Dominate TMC:</a:t>
            </a:r>
            <a:r>
              <a:t> Become the standard for travel procurement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2028-2029</a:t>
            </a:r>
          </a:p>
          <a:p>
            <a:pPr marL="0" lvl="0" indent="0">
              <a:buNone/>
            </a:pPr>
            <a:r>
              <a:rPr b="1"/>
              <a:t>Expand Verticals:</a:t>
            </a:r>
            <a:r>
              <a:t> Events, transport, hospitality procurement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2030+</a:t>
            </a:r>
          </a:p>
          <a:p>
            <a:pPr marL="0" lvl="0" indent="0">
              <a:buNone/>
            </a:pPr>
            <a:r>
              <a:rPr b="1"/>
              <a:t>Platform Play:</a:t>
            </a:r>
            <a:r>
              <a:t> Universal B2B procurement OS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$100B+</a:t>
            </a:r>
          </a:p>
          <a:p>
            <a:pPr marL="0" lvl="0" indent="0">
              <a:buNone/>
            </a:pPr>
            <a:r>
              <a:rPr b="1"/>
              <a:t>Total addressable market across all verticals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14: Why Now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Perfect Timing for AI-Powered Procurement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Technology Enablers</a:t>
            </a:r>
          </a:p>
          <a:p>
            <a:pPr lvl="0"/>
            <a:r>
              <a:t>Latest Claude GPT advanced reasoning</a:t>
            </a:r>
          </a:p>
          <a:p>
            <a:pPr lvl="0"/>
            <a:r>
              <a:t>Multi-agent frameworks mature</a:t>
            </a:r>
          </a:p>
          <a:p>
            <a:pPr lvl="0"/>
            <a:r>
              <a:t>MCP protocol for tool integration</a:t>
            </a:r>
          </a:p>
          <a:p>
            <a:pPr lvl="0"/>
            <a:r>
              <a:t>Enterprise AI adoption accelerating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Market Conditions</a:t>
            </a:r>
          </a:p>
          <a:p>
            <a:pPr lvl="0"/>
            <a:r>
              <a:t>Corporate cost pressure post-pandemic</a:t>
            </a:r>
          </a:p>
          <a:p>
            <a:pPr lvl="0"/>
            <a:r>
              <a:t>Travel budgets under scrutiny</a:t>
            </a:r>
          </a:p>
          <a:p>
            <a:pPr lvl="0"/>
            <a:r>
              <a:t>Digital transformation mandates</a:t>
            </a:r>
          </a:p>
          <a:p>
            <a:pPr lvl="0"/>
            <a:r>
              <a:t>Procurement efficiency focus</a:t>
            </a:r>
          </a:p>
          <a:p>
            <a:pPr marL="0" lvl="0" indent="0">
              <a:buNone/>
            </a:pPr>
            <a:r>
              <a:rPr b="1"/>
              <a:t>First-mover advantage in vertical-specific AI procurement agents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Slide 15: Contact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Let’s Transform Procurement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Mark Skiba, CEO &amp; Founder</a:t>
            </a:r>
          </a:p>
          <a:p>
            <a:pPr marL="0" lvl="0" indent="0">
              <a:buNone/>
            </a:pPr>
            <a:r>
              <a:t>mskiba@expertalliance.ai</a:t>
            </a:r>
          </a:p>
          <a:p>
            <a:pPr marL="0" lvl="0" indent="0">
              <a:buNone/>
            </a:pPr>
            <a:r>
              <a:t>Oceanside, California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RFPEZ.AI</a:t>
            </a:r>
          </a:p>
          <a:p>
            <a:pPr marL="0" lvl="0" indent="0">
              <a:buNone/>
            </a:pPr>
            <a:r>
              <a:rPr i="1"/>
              <a:t>The Multi-Agent RFP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Additional Notes</a:t>
            </a:r>
          </a:p>
          <a:p>
            <a:pPr marL="0" lvl="0" indent="0">
              <a:buNone/>
            </a:pPr>
            <a:r>
              <a:rPr b="1"/>
              <a:t>Color Scheme:</a:t>
            </a:r>
            <a:r>
              <a:t> - Primary: #667eea (Purple/Blue gradient) - Secondary: #764ba2 (Purple) - Accent: #f093fb to #f5576c (Pink gradient for highlights)</a:t>
            </a:r>
          </a:p>
          <a:p>
            <a:pPr marL="0" lvl="0" indent="0">
              <a:buNone/>
            </a:pPr>
            <a:r>
              <a:rPr b="1"/>
              <a:t>Typography:</a:t>
            </a:r>
            <a:r>
              <a:t> - Headings: Segoe UI, Bold - Body: Segoe UI, Regular</a:t>
            </a:r>
          </a:p>
          <a:p>
            <a:pPr marL="0" lvl="0" indent="0">
              <a:buNone/>
            </a:pPr>
            <a:r>
              <a:rPr b="1"/>
              <a:t>Key Metrics to Emphasize:</a:t>
            </a:r>
            <a:r>
              <a:t> - $1.5 Trillion market - $100B+ waste annually - $40B+ TMC market - $60M ARR projection Year 5 - 200+ test RFPs processed</a:t>
            </a:r>
          </a:p>
          <a:p>
            <a:pPr marL="0" lvl="0" indent="0">
              <a:buNone/>
            </a:pPr>
            <a:r>
              <a:rPr b="1"/>
              <a:t>Design Notes:</a:t>
            </a:r>
            <a:r>
              <a:t> - Use gradient backgrounds for metric callouts - Two-column layouts for comparison slides - Timeline visualization for Phase 1 strategy - Bowling pin visual diagram for GTM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PresentationFormat>On-screen Show (16:9)</PresentationFormat>
  <Paragraphs>195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</vt:lpstr>
      <vt:lpstr>Office Theme</vt:lpstr>
      <vt:lpstr>Expert Alliance AI - Investor Deck</vt:lpstr>
      <vt:lpstr>Expert Alliance AI</vt:lpstr>
      <vt:lpstr>PowerPoint Presentation</vt:lpstr>
      <vt:lpstr>PowerPoint Presentation</vt:lpstr>
      <vt:lpstr>PowerPoint Presentation</vt:lpstr>
      <vt:lpstr>$1.5T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Transform Procurement Together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Mark Skiba</cp:lastModifiedBy>
  <cp:revision>1</cp:revision>
  <dcterms:created xsi:type="dcterms:W3CDTF">2026-01-29T06:22:03Z</dcterms:created>
  <dcterms:modified xsi:type="dcterms:W3CDTF">2026-01-31T21:55:57Z</dcterms:modified>
</cp:coreProperties>
</file>